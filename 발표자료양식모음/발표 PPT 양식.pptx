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9144000" cy="5143500" type="screen16x9"/>
  <p:notesSz cx="6858000" cy="9144000"/>
  <p:embeddedFontLst>
    <p:embeddedFont>
      <p:font typeface="Nanum Gothic" panose="020B0600000101010101" charset="-127"/>
      <p:regular r:id="rId7"/>
      <p:bold r:id="rId8"/>
    </p:embeddedFont>
    <p:embeddedFont>
      <p:font typeface="NanumGothicExtraBold" panose="020D0904000000000000" pitchFamily="50" charset="-127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0" y="21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 b="1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sz="800" b="1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b="1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0팀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>
                <a:solidFill>
                  <a:srgbClr val="19264B"/>
                </a:solidFill>
              </a:rPr>
              <a:t>6</a:t>
            </a:r>
            <a:r>
              <a:rPr lang="ko">
                <a:solidFill>
                  <a:srgbClr val="19264B"/>
                </a:solidFill>
              </a:rPr>
              <a:t>.03.04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홍길동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내용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64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화면 슬라이드 쇼(16:9)</PresentationFormat>
  <Paragraphs>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Nanum Gothic</vt:lpstr>
      <vt:lpstr>NanumGothicExtraBold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mh.0500006@gmail.com</cp:lastModifiedBy>
  <cp:revision>1</cp:revision>
  <dcterms:modified xsi:type="dcterms:W3CDTF">2026-08-08T03:05:42Z</dcterms:modified>
</cp:coreProperties>
</file>