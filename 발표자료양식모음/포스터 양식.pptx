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</p:sldIdLst>
  <p:sldSz cy="30240275" cx="424799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6" roundtripDataSignature="AMtx7mj3DEpEy1lW+IknwrV0K5B00CCi3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customschemas.google.com/relationships/presentationmetadata" Target="meta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0" name="Google Shape;5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2b16e703bd7_0_43"/>
          <p:cNvSpPr txBox="1"/>
          <p:nvPr>
            <p:ph idx="12" type="sldNum"/>
          </p:nvPr>
        </p:nvSpPr>
        <p:spPr>
          <a:xfrm>
            <a:off x="39360446" y="27416832"/>
            <a:ext cx="2549100" cy="231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2325" lIns="462325" spcFirstLastPara="1" rIns="462325" wrap="square" tIns="4623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  <a:defRPr b="0" i="0" sz="51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  <a:defRPr b="0" i="0" sz="51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  <a:defRPr b="0" i="0" sz="51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  <a:defRPr b="0" i="0" sz="51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  <a:defRPr b="0" i="0" sz="51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  <a:defRPr b="0" i="0" sz="51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  <a:defRPr b="0" i="0" sz="51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  <a:defRPr b="0" i="0" sz="51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  <a:defRPr b="0" i="0" sz="51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pic>
        <p:nvPicPr>
          <p:cNvPr descr="스크린샷, 직사각형, 사각형, 라인이(가) 표시된 사진&#10;&#10;자동 생성된 설명" id="11" name="Google Shape;11;g2b16e703bd7_0_4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862" y="2684"/>
            <a:ext cx="42476189" cy="302349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g2b16e703bd7_0_4"/>
          <p:cNvSpPr txBox="1"/>
          <p:nvPr>
            <p:ph type="ctrTitle"/>
          </p:nvPr>
        </p:nvSpPr>
        <p:spPr>
          <a:xfrm>
            <a:off x="1448102" y="4377641"/>
            <a:ext cx="39584100" cy="12068100"/>
          </a:xfrm>
          <a:prstGeom prst="rect">
            <a:avLst/>
          </a:prstGeom>
          <a:noFill/>
          <a:ln>
            <a:noFill/>
          </a:ln>
        </p:spPr>
        <p:txBody>
          <a:bodyPr anchorCtr="0" anchor="b" bIns="462325" lIns="462325" spcFirstLastPara="1" rIns="462325" wrap="square" tIns="4623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300"/>
              <a:buNone/>
              <a:defRPr sz="263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300"/>
              <a:buNone/>
              <a:defRPr sz="263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300"/>
              <a:buNone/>
              <a:defRPr sz="263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300"/>
              <a:buNone/>
              <a:defRPr sz="263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300"/>
              <a:buNone/>
              <a:defRPr sz="263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300"/>
              <a:buNone/>
              <a:defRPr sz="263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300"/>
              <a:buNone/>
              <a:defRPr sz="263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300"/>
              <a:buNone/>
              <a:defRPr sz="263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300"/>
              <a:buNone/>
              <a:defRPr sz="26300"/>
            </a:lvl9pPr>
          </a:lstStyle>
          <a:p/>
        </p:txBody>
      </p:sp>
      <p:sp>
        <p:nvSpPr>
          <p:cNvPr id="14" name="Google Shape;14;g2b16e703bd7_0_4"/>
          <p:cNvSpPr txBox="1"/>
          <p:nvPr>
            <p:ph idx="1" type="subTitle"/>
          </p:nvPr>
        </p:nvSpPr>
        <p:spPr>
          <a:xfrm>
            <a:off x="1448063" y="16662903"/>
            <a:ext cx="39584100" cy="46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462325" lIns="462325" spcFirstLastPara="1" rIns="462325" wrap="square" tIns="4623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200"/>
              <a:buNone/>
              <a:defRPr sz="1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200"/>
              <a:buNone/>
              <a:defRPr sz="1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200"/>
              <a:buNone/>
              <a:defRPr sz="1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200"/>
              <a:buNone/>
              <a:defRPr sz="1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200"/>
              <a:buNone/>
              <a:defRPr sz="1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200"/>
              <a:buNone/>
              <a:defRPr sz="1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200"/>
              <a:buNone/>
              <a:defRPr sz="1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200"/>
              <a:buNone/>
              <a:defRPr sz="1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200"/>
              <a:buNone/>
              <a:defRPr sz="14200"/>
            </a:lvl9pPr>
          </a:lstStyle>
          <a:p/>
        </p:txBody>
      </p:sp>
      <p:sp>
        <p:nvSpPr>
          <p:cNvPr id="15" name="Google Shape;15;g2b16e703bd7_0_4"/>
          <p:cNvSpPr txBox="1"/>
          <p:nvPr>
            <p:ph idx="12" type="sldNum"/>
          </p:nvPr>
        </p:nvSpPr>
        <p:spPr>
          <a:xfrm>
            <a:off x="39360446" y="27416832"/>
            <a:ext cx="2549100" cy="231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2325" lIns="462325" spcFirstLastPara="1" rIns="462325" wrap="square" tIns="4623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  <a:defRPr b="0" i="0" sz="51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  <a:defRPr b="0" i="0" sz="51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  <a:defRPr b="0" i="0" sz="51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  <a:defRPr b="0" i="0" sz="51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  <a:defRPr b="0" i="0" sz="51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  <a:defRPr b="0" i="0" sz="51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  <a:defRPr b="0" i="0" sz="51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  <a:defRPr b="0" i="0" sz="51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  <a:defRPr b="0" i="0" sz="51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g2b16e703bd7_0_8"/>
          <p:cNvSpPr txBox="1"/>
          <p:nvPr>
            <p:ph type="title"/>
          </p:nvPr>
        </p:nvSpPr>
        <p:spPr>
          <a:xfrm>
            <a:off x="1448063" y="12645668"/>
            <a:ext cx="39584100" cy="494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2325" lIns="462325" spcFirstLastPara="1" rIns="462325" wrap="square" tIns="4623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200"/>
              <a:buNone/>
              <a:defRPr sz="18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200"/>
              <a:buNone/>
              <a:defRPr sz="18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200"/>
              <a:buNone/>
              <a:defRPr sz="18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200"/>
              <a:buNone/>
              <a:defRPr sz="18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200"/>
              <a:buNone/>
              <a:defRPr sz="18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200"/>
              <a:buNone/>
              <a:defRPr sz="18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200"/>
              <a:buNone/>
              <a:defRPr sz="18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200"/>
              <a:buNone/>
              <a:defRPr sz="18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200"/>
              <a:buNone/>
              <a:defRPr sz="18200"/>
            </a:lvl9pPr>
          </a:lstStyle>
          <a:p/>
        </p:txBody>
      </p:sp>
      <p:sp>
        <p:nvSpPr>
          <p:cNvPr id="18" name="Google Shape;18;g2b16e703bd7_0_8"/>
          <p:cNvSpPr txBox="1"/>
          <p:nvPr>
            <p:ph idx="12" type="sldNum"/>
          </p:nvPr>
        </p:nvSpPr>
        <p:spPr>
          <a:xfrm>
            <a:off x="39360446" y="27416832"/>
            <a:ext cx="2549100" cy="231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2325" lIns="462325" spcFirstLastPara="1" rIns="462325" wrap="square" tIns="4623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  <a:defRPr b="0" i="0" sz="51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  <a:defRPr b="0" i="0" sz="51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  <a:defRPr b="0" i="0" sz="51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  <a:defRPr b="0" i="0" sz="51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  <a:defRPr b="0" i="0" sz="51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  <a:defRPr b="0" i="0" sz="51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  <a:defRPr b="0" i="0" sz="51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  <a:defRPr b="0" i="0" sz="51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  <a:defRPr b="0" i="0" sz="51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g2b16e703bd7_0_11"/>
          <p:cNvSpPr txBox="1"/>
          <p:nvPr>
            <p:ph type="title"/>
          </p:nvPr>
        </p:nvSpPr>
        <p:spPr>
          <a:xfrm>
            <a:off x="1448063" y="2616472"/>
            <a:ext cx="39584100" cy="33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62325" lIns="462325" spcFirstLastPara="1" rIns="462325" wrap="square" tIns="4623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200"/>
              <a:buNone/>
              <a:defRPr/>
            </a:lvl9pPr>
          </a:lstStyle>
          <a:p/>
        </p:txBody>
      </p:sp>
      <p:sp>
        <p:nvSpPr>
          <p:cNvPr id="21" name="Google Shape;21;g2b16e703bd7_0_11"/>
          <p:cNvSpPr txBox="1"/>
          <p:nvPr>
            <p:ph idx="1" type="body"/>
          </p:nvPr>
        </p:nvSpPr>
        <p:spPr>
          <a:xfrm>
            <a:off x="1448063" y="6775840"/>
            <a:ext cx="39584100" cy="200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62325" lIns="462325" spcFirstLastPara="1" rIns="462325" wrap="square" tIns="462325">
            <a:normAutofit/>
          </a:bodyPr>
          <a:lstStyle>
            <a:lvl1pPr indent="-8064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100"/>
              <a:buChar char="●"/>
              <a:defRPr/>
            </a:lvl1pPr>
            <a:lvl2pPr indent="-679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7100"/>
              <a:buChar char="○"/>
              <a:defRPr/>
            </a:lvl2pPr>
            <a:lvl3pPr indent="-679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7100"/>
              <a:buChar char="■"/>
              <a:defRPr/>
            </a:lvl3pPr>
            <a:lvl4pPr indent="-679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7100"/>
              <a:buChar char="●"/>
              <a:defRPr/>
            </a:lvl4pPr>
            <a:lvl5pPr indent="-679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7100"/>
              <a:buChar char="○"/>
              <a:defRPr/>
            </a:lvl5pPr>
            <a:lvl6pPr indent="-679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7100"/>
              <a:buChar char="■"/>
              <a:defRPr/>
            </a:lvl6pPr>
            <a:lvl7pPr indent="-679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7100"/>
              <a:buChar char="●"/>
              <a:defRPr/>
            </a:lvl7pPr>
            <a:lvl8pPr indent="-679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7100"/>
              <a:buChar char="○"/>
              <a:defRPr/>
            </a:lvl8pPr>
            <a:lvl9pPr indent="-679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7100"/>
              <a:buChar char="■"/>
              <a:defRPr/>
            </a:lvl9pPr>
          </a:lstStyle>
          <a:p/>
        </p:txBody>
      </p:sp>
      <p:sp>
        <p:nvSpPr>
          <p:cNvPr id="22" name="Google Shape;22;g2b16e703bd7_0_11"/>
          <p:cNvSpPr txBox="1"/>
          <p:nvPr>
            <p:ph idx="12" type="sldNum"/>
          </p:nvPr>
        </p:nvSpPr>
        <p:spPr>
          <a:xfrm>
            <a:off x="39360446" y="27416832"/>
            <a:ext cx="2549100" cy="231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2325" lIns="462325" spcFirstLastPara="1" rIns="462325" wrap="square" tIns="4623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  <a:defRPr b="0" i="0" sz="51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  <a:defRPr b="0" i="0" sz="51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  <a:defRPr b="0" i="0" sz="51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  <a:defRPr b="0" i="0" sz="51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  <a:defRPr b="0" i="0" sz="51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  <a:defRPr b="0" i="0" sz="51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  <a:defRPr b="0" i="0" sz="51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  <a:defRPr b="0" i="0" sz="51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  <a:defRPr b="0" i="0" sz="51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g2b16e703bd7_0_15"/>
          <p:cNvSpPr txBox="1"/>
          <p:nvPr>
            <p:ph type="title"/>
          </p:nvPr>
        </p:nvSpPr>
        <p:spPr>
          <a:xfrm>
            <a:off x="1448063" y="2616472"/>
            <a:ext cx="39584100" cy="33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62325" lIns="462325" spcFirstLastPara="1" rIns="462325" wrap="square" tIns="4623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200"/>
              <a:buNone/>
              <a:defRPr/>
            </a:lvl9pPr>
          </a:lstStyle>
          <a:p/>
        </p:txBody>
      </p:sp>
      <p:sp>
        <p:nvSpPr>
          <p:cNvPr id="25" name="Google Shape;25;g2b16e703bd7_0_15"/>
          <p:cNvSpPr txBox="1"/>
          <p:nvPr>
            <p:ph idx="1" type="body"/>
          </p:nvPr>
        </p:nvSpPr>
        <p:spPr>
          <a:xfrm>
            <a:off x="1448063" y="6775840"/>
            <a:ext cx="18582300" cy="200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62325" lIns="462325" spcFirstLastPara="1" rIns="462325" wrap="square" tIns="462325">
            <a:normAutofit/>
          </a:bodyPr>
          <a:lstStyle>
            <a:lvl1pPr indent="-6794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7100"/>
              <a:buChar char="●"/>
              <a:defRPr sz="7100"/>
            </a:lvl1pPr>
            <a:lvl2pPr indent="-6159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100"/>
              <a:buChar char="○"/>
              <a:defRPr sz="6100"/>
            </a:lvl2pPr>
            <a:lvl3pPr indent="-6159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100"/>
              <a:buChar char="■"/>
              <a:defRPr sz="6100"/>
            </a:lvl3pPr>
            <a:lvl4pPr indent="-6159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100"/>
              <a:buChar char="●"/>
              <a:defRPr sz="6100"/>
            </a:lvl4pPr>
            <a:lvl5pPr indent="-6159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100"/>
              <a:buChar char="○"/>
              <a:defRPr sz="6100"/>
            </a:lvl5pPr>
            <a:lvl6pPr indent="-6159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100"/>
              <a:buChar char="■"/>
              <a:defRPr sz="6100"/>
            </a:lvl6pPr>
            <a:lvl7pPr indent="-6159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100"/>
              <a:buChar char="●"/>
              <a:defRPr sz="6100"/>
            </a:lvl7pPr>
            <a:lvl8pPr indent="-6159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100"/>
              <a:buChar char="○"/>
              <a:defRPr sz="6100"/>
            </a:lvl8pPr>
            <a:lvl9pPr indent="-6159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100"/>
              <a:buChar char="■"/>
              <a:defRPr sz="6100"/>
            </a:lvl9pPr>
          </a:lstStyle>
          <a:p/>
        </p:txBody>
      </p:sp>
      <p:sp>
        <p:nvSpPr>
          <p:cNvPr id="26" name="Google Shape;26;g2b16e703bd7_0_15"/>
          <p:cNvSpPr txBox="1"/>
          <p:nvPr>
            <p:ph idx="2" type="body"/>
          </p:nvPr>
        </p:nvSpPr>
        <p:spPr>
          <a:xfrm>
            <a:off x="22449851" y="6775840"/>
            <a:ext cx="18582300" cy="200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62325" lIns="462325" spcFirstLastPara="1" rIns="462325" wrap="square" tIns="462325">
            <a:normAutofit/>
          </a:bodyPr>
          <a:lstStyle>
            <a:lvl1pPr indent="-6794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7100"/>
              <a:buChar char="●"/>
              <a:defRPr sz="7100"/>
            </a:lvl1pPr>
            <a:lvl2pPr indent="-6159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100"/>
              <a:buChar char="○"/>
              <a:defRPr sz="6100"/>
            </a:lvl2pPr>
            <a:lvl3pPr indent="-6159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100"/>
              <a:buChar char="■"/>
              <a:defRPr sz="6100"/>
            </a:lvl3pPr>
            <a:lvl4pPr indent="-6159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100"/>
              <a:buChar char="●"/>
              <a:defRPr sz="6100"/>
            </a:lvl4pPr>
            <a:lvl5pPr indent="-6159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100"/>
              <a:buChar char="○"/>
              <a:defRPr sz="6100"/>
            </a:lvl5pPr>
            <a:lvl6pPr indent="-6159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100"/>
              <a:buChar char="■"/>
              <a:defRPr sz="6100"/>
            </a:lvl6pPr>
            <a:lvl7pPr indent="-6159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100"/>
              <a:buChar char="●"/>
              <a:defRPr sz="6100"/>
            </a:lvl7pPr>
            <a:lvl8pPr indent="-6159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100"/>
              <a:buChar char="○"/>
              <a:defRPr sz="6100"/>
            </a:lvl8pPr>
            <a:lvl9pPr indent="-6159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100"/>
              <a:buChar char="■"/>
              <a:defRPr sz="6100"/>
            </a:lvl9pPr>
          </a:lstStyle>
          <a:p/>
        </p:txBody>
      </p:sp>
      <p:sp>
        <p:nvSpPr>
          <p:cNvPr id="27" name="Google Shape;27;g2b16e703bd7_0_15"/>
          <p:cNvSpPr txBox="1"/>
          <p:nvPr>
            <p:ph idx="12" type="sldNum"/>
          </p:nvPr>
        </p:nvSpPr>
        <p:spPr>
          <a:xfrm>
            <a:off x="39360446" y="27416832"/>
            <a:ext cx="2549100" cy="231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2325" lIns="462325" spcFirstLastPara="1" rIns="462325" wrap="square" tIns="4623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  <a:defRPr b="0" i="0" sz="51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  <a:defRPr b="0" i="0" sz="51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  <a:defRPr b="0" i="0" sz="51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  <a:defRPr b="0" i="0" sz="51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  <a:defRPr b="0" i="0" sz="51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  <a:defRPr b="0" i="0" sz="51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  <a:defRPr b="0" i="0" sz="51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  <a:defRPr b="0" i="0" sz="51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  <a:defRPr b="0" i="0" sz="51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g2b16e703bd7_0_20"/>
          <p:cNvSpPr txBox="1"/>
          <p:nvPr>
            <p:ph type="title"/>
          </p:nvPr>
        </p:nvSpPr>
        <p:spPr>
          <a:xfrm>
            <a:off x="1448063" y="2616472"/>
            <a:ext cx="39584100" cy="33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62325" lIns="462325" spcFirstLastPara="1" rIns="462325" wrap="square" tIns="4623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200"/>
              <a:buNone/>
              <a:defRPr/>
            </a:lvl9pPr>
          </a:lstStyle>
          <a:p/>
        </p:txBody>
      </p:sp>
      <p:sp>
        <p:nvSpPr>
          <p:cNvPr id="30" name="Google Shape;30;g2b16e703bd7_0_20"/>
          <p:cNvSpPr txBox="1"/>
          <p:nvPr>
            <p:ph idx="12" type="sldNum"/>
          </p:nvPr>
        </p:nvSpPr>
        <p:spPr>
          <a:xfrm>
            <a:off x="39360446" y="27416832"/>
            <a:ext cx="2549100" cy="231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2325" lIns="462325" spcFirstLastPara="1" rIns="462325" wrap="square" tIns="4623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  <a:defRPr b="0" i="0" sz="51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  <a:defRPr b="0" i="0" sz="51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  <a:defRPr b="0" i="0" sz="51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  <a:defRPr b="0" i="0" sz="51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  <a:defRPr b="0" i="0" sz="51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  <a:defRPr b="0" i="0" sz="51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  <a:defRPr b="0" i="0" sz="51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  <a:defRPr b="0" i="0" sz="51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  <a:defRPr b="0" i="0" sz="51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g2b16e703bd7_0_23"/>
          <p:cNvSpPr txBox="1"/>
          <p:nvPr>
            <p:ph type="title"/>
          </p:nvPr>
        </p:nvSpPr>
        <p:spPr>
          <a:xfrm>
            <a:off x="1448063" y="3266584"/>
            <a:ext cx="13045200" cy="44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62325" lIns="462325" spcFirstLastPara="1" rIns="462325" wrap="square" tIns="4623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100"/>
              <a:buNone/>
              <a:defRPr sz="121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100"/>
              <a:buNone/>
              <a:defRPr sz="12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100"/>
              <a:buNone/>
              <a:defRPr sz="12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100"/>
              <a:buNone/>
              <a:defRPr sz="12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100"/>
              <a:buNone/>
              <a:defRPr sz="12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100"/>
              <a:buNone/>
              <a:defRPr sz="12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100"/>
              <a:buNone/>
              <a:defRPr sz="12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100"/>
              <a:buNone/>
              <a:defRPr sz="12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100"/>
              <a:buNone/>
              <a:defRPr sz="12100"/>
            </a:lvl9pPr>
          </a:lstStyle>
          <a:p/>
        </p:txBody>
      </p:sp>
      <p:sp>
        <p:nvSpPr>
          <p:cNvPr id="33" name="Google Shape;33;g2b16e703bd7_0_23"/>
          <p:cNvSpPr txBox="1"/>
          <p:nvPr>
            <p:ph idx="1" type="body"/>
          </p:nvPr>
        </p:nvSpPr>
        <p:spPr>
          <a:xfrm>
            <a:off x="1448063" y="8169989"/>
            <a:ext cx="13045200" cy="186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62325" lIns="462325" spcFirstLastPara="1" rIns="462325" wrap="square" tIns="462325">
            <a:normAutofit/>
          </a:bodyPr>
          <a:lstStyle>
            <a:lvl1pPr indent="-6159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100"/>
              <a:buChar char="●"/>
              <a:defRPr sz="6100"/>
            </a:lvl1pPr>
            <a:lvl2pPr indent="-6159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100"/>
              <a:buChar char="○"/>
              <a:defRPr sz="6100"/>
            </a:lvl2pPr>
            <a:lvl3pPr indent="-6159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100"/>
              <a:buChar char="■"/>
              <a:defRPr sz="6100"/>
            </a:lvl3pPr>
            <a:lvl4pPr indent="-6159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100"/>
              <a:buChar char="●"/>
              <a:defRPr sz="6100"/>
            </a:lvl4pPr>
            <a:lvl5pPr indent="-6159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100"/>
              <a:buChar char="○"/>
              <a:defRPr sz="6100"/>
            </a:lvl5pPr>
            <a:lvl6pPr indent="-6159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100"/>
              <a:buChar char="■"/>
              <a:defRPr sz="6100"/>
            </a:lvl6pPr>
            <a:lvl7pPr indent="-6159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100"/>
              <a:buChar char="●"/>
              <a:defRPr sz="6100"/>
            </a:lvl7pPr>
            <a:lvl8pPr indent="-6159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100"/>
              <a:buChar char="○"/>
              <a:defRPr sz="6100"/>
            </a:lvl8pPr>
            <a:lvl9pPr indent="-6159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100"/>
              <a:buChar char="■"/>
              <a:defRPr sz="6100"/>
            </a:lvl9pPr>
          </a:lstStyle>
          <a:p/>
        </p:txBody>
      </p:sp>
      <p:sp>
        <p:nvSpPr>
          <p:cNvPr id="34" name="Google Shape;34;g2b16e703bd7_0_23"/>
          <p:cNvSpPr txBox="1"/>
          <p:nvPr>
            <p:ph idx="12" type="sldNum"/>
          </p:nvPr>
        </p:nvSpPr>
        <p:spPr>
          <a:xfrm>
            <a:off x="39360446" y="27416832"/>
            <a:ext cx="2549100" cy="231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2325" lIns="462325" spcFirstLastPara="1" rIns="462325" wrap="square" tIns="4623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  <a:defRPr b="0" i="0" sz="51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  <a:defRPr b="0" i="0" sz="51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  <a:defRPr b="0" i="0" sz="51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  <a:defRPr b="0" i="0" sz="51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  <a:defRPr b="0" i="0" sz="51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  <a:defRPr b="0" i="0" sz="51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  <a:defRPr b="0" i="0" sz="51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  <a:defRPr b="0" i="0" sz="51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  <a:defRPr b="0" i="0" sz="51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g2b16e703bd7_0_27"/>
          <p:cNvSpPr txBox="1"/>
          <p:nvPr>
            <p:ph type="title"/>
          </p:nvPr>
        </p:nvSpPr>
        <p:spPr>
          <a:xfrm>
            <a:off x="2277551" y="2646604"/>
            <a:ext cx="29583000" cy="2405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2325" lIns="462325" spcFirstLastPara="1" rIns="462325" wrap="square" tIns="4623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300"/>
              <a:buNone/>
              <a:defRPr sz="24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300"/>
              <a:buNone/>
              <a:defRPr sz="24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300"/>
              <a:buNone/>
              <a:defRPr sz="24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300"/>
              <a:buNone/>
              <a:defRPr sz="24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300"/>
              <a:buNone/>
              <a:defRPr sz="24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300"/>
              <a:buNone/>
              <a:defRPr sz="24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300"/>
              <a:buNone/>
              <a:defRPr sz="24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300"/>
              <a:buNone/>
              <a:defRPr sz="24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300"/>
              <a:buNone/>
              <a:defRPr sz="24300"/>
            </a:lvl9pPr>
          </a:lstStyle>
          <a:p/>
        </p:txBody>
      </p:sp>
      <p:sp>
        <p:nvSpPr>
          <p:cNvPr id="37" name="Google Shape;37;g2b16e703bd7_0_27"/>
          <p:cNvSpPr txBox="1"/>
          <p:nvPr>
            <p:ph idx="12" type="sldNum"/>
          </p:nvPr>
        </p:nvSpPr>
        <p:spPr>
          <a:xfrm>
            <a:off x="39360446" y="27416832"/>
            <a:ext cx="2549100" cy="231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2325" lIns="462325" spcFirstLastPara="1" rIns="462325" wrap="square" tIns="4623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  <a:defRPr b="0" i="0" sz="51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  <a:defRPr b="0" i="0" sz="51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  <a:defRPr b="0" i="0" sz="51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  <a:defRPr b="0" i="0" sz="51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  <a:defRPr b="0" i="0" sz="51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  <a:defRPr b="0" i="0" sz="51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  <a:defRPr b="0" i="0" sz="51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  <a:defRPr b="0" i="0" sz="51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  <a:defRPr b="0" i="0" sz="51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g2b16e703bd7_0_30"/>
          <p:cNvSpPr/>
          <p:nvPr/>
        </p:nvSpPr>
        <p:spPr>
          <a:xfrm>
            <a:off x="21240113" y="-735"/>
            <a:ext cx="21240000" cy="30240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62325" lIns="462325" spcFirstLastPara="1" rIns="462325" wrap="square" tIns="462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Google Shape;40;g2b16e703bd7_0_30"/>
          <p:cNvSpPr txBox="1"/>
          <p:nvPr>
            <p:ph type="title"/>
          </p:nvPr>
        </p:nvSpPr>
        <p:spPr>
          <a:xfrm>
            <a:off x="1233432" y="7250307"/>
            <a:ext cx="18792900" cy="8715000"/>
          </a:xfrm>
          <a:prstGeom prst="rect">
            <a:avLst/>
          </a:prstGeom>
          <a:noFill/>
          <a:ln>
            <a:noFill/>
          </a:ln>
        </p:spPr>
        <p:txBody>
          <a:bodyPr anchorCtr="0" anchor="b" bIns="462325" lIns="462325" spcFirstLastPara="1" rIns="462325" wrap="square" tIns="4623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200"/>
              <a:buNone/>
              <a:defRPr sz="2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200"/>
              <a:buNone/>
              <a:defRPr sz="21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200"/>
              <a:buNone/>
              <a:defRPr sz="21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200"/>
              <a:buNone/>
              <a:defRPr sz="21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200"/>
              <a:buNone/>
              <a:defRPr sz="21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200"/>
              <a:buNone/>
              <a:defRPr sz="21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200"/>
              <a:buNone/>
              <a:defRPr sz="21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200"/>
              <a:buNone/>
              <a:defRPr sz="21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200"/>
              <a:buNone/>
              <a:defRPr sz="21200"/>
            </a:lvl9pPr>
          </a:lstStyle>
          <a:p/>
        </p:txBody>
      </p:sp>
      <p:sp>
        <p:nvSpPr>
          <p:cNvPr id="41" name="Google Shape;41;g2b16e703bd7_0_30"/>
          <p:cNvSpPr txBox="1"/>
          <p:nvPr>
            <p:ph idx="1" type="subTitle"/>
          </p:nvPr>
        </p:nvSpPr>
        <p:spPr>
          <a:xfrm>
            <a:off x="1233432" y="16480348"/>
            <a:ext cx="18792900" cy="726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62325" lIns="462325" spcFirstLastPara="1" rIns="462325" wrap="square" tIns="4623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600"/>
              <a:buNone/>
              <a:defRPr sz="10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600"/>
              <a:buNone/>
              <a:defRPr sz="10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600"/>
              <a:buNone/>
              <a:defRPr sz="10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600"/>
              <a:buNone/>
              <a:defRPr sz="10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600"/>
              <a:buNone/>
              <a:defRPr sz="10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600"/>
              <a:buNone/>
              <a:defRPr sz="10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600"/>
              <a:buNone/>
              <a:defRPr sz="10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600"/>
              <a:buNone/>
              <a:defRPr sz="10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600"/>
              <a:buNone/>
              <a:defRPr sz="10600"/>
            </a:lvl9pPr>
          </a:lstStyle>
          <a:p/>
        </p:txBody>
      </p:sp>
      <p:sp>
        <p:nvSpPr>
          <p:cNvPr id="42" name="Google Shape;42;g2b16e703bd7_0_30"/>
          <p:cNvSpPr txBox="1"/>
          <p:nvPr>
            <p:ph idx="2" type="body"/>
          </p:nvPr>
        </p:nvSpPr>
        <p:spPr>
          <a:xfrm>
            <a:off x="22947405" y="4257113"/>
            <a:ext cx="17825400" cy="217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2325" lIns="462325" spcFirstLastPara="1" rIns="462325" wrap="square" tIns="462325">
            <a:normAutofit/>
          </a:bodyPr>
          <a:lstStyle>
            <a:lvl1pPr indent="-8064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100"/>
              <a:buChar char="●"/>
              <a:defRPr/>
            </a:lvl1pPr>
            <a:lvl2pPr indent="-679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7100"/>
              <a:buChar char="○"/>
              <a:defRPr/>
            </a:lvl2pPr>
            <a:lvl3pPr indent="-679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7100"/>
              <a:buChar char="■"/>
              <a:defRPr/>
            </a:lvl3pPr>
            <a:lvl4pPr indent="-679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7100"/>
              <a:buChar char="●"/>
              <a:defRPr/>
            </a:lvl4pPr>
            <a:lvl5pPr indent="-679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7100"/>
              <a:buChar char="○"/>
              <a:defRPr/>
            </a:lvl5pPr>
            <a:lvl6pPr indent="-679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7100"/>
              <a:buChar char="■"/>
              <a:defRPr/>
            </a:lvl6pPr>
            <a:lvl7pPr indent="-679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7100"/>
              <a:buChar char="●"/>
              <a:defRPr/>
            </a:lvl7pPr>
            <a:lvl8pPr indent="-679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7100"/>
              <a:buChar char="○"/>
              <a:defRPr/>
            </a:lvl8pPr>
            <a:lvl9pPr indent="-679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7100"/>
              <a:buChar char="■"/>
              <a:defRPr/>
            </a:lvl9pPr>
          </a:lstStyle>
          <a:p/>
        </p:txBody>
      </p:sp>
      <p:sp>
        <p:nvSpPr>
          <p:cNvPr id="43" name="Google Shape;43;g2b16e703bd7_0_30"/>
          <p:cNvSpPr txBox="1"/>
          <p:nvPr>
            <p:ph idx="12" type="sldNum"/>
          </p:nvPr>
        </p:nvSpPr>
        <p:spPr>
          <a:xfrm>
            <a:off x="39360446" y="27416832"/>
            <a:ext cx="2549100" cy="231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2325" lIns="462325" spcFirstLastPara="1" rIns="462325" wrap="square" tIns="4623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  <a:defRPr b="0" i="0" sz="51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  <a:defRPr b="0" i="0" sz="51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  <a:defRPr b="0" i="0" sz="51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  <a:defRPr b="0" i="0" sz="51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  <a:defRPr b="0" i="0" sz="51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  <a:defRPr b="0" i="0" sz="51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  <a:defRPr b="0" i="0" sz="51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  <a:defRPr b="0" i="0" sz="51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  <a:defRPr b="0" i="0" sz="51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g2b16e703bd7_0_39"/>
          <p:cNvSpPr txBox="1"/>
          <p:nvPr>
            <p:ph hasCustomPrompt="1" type="title"/>
          </p:nvPr>
        </p:nvSpPr>
        <p:spPr>
          <a:xfrm>
            <a:off x="1448063" y="6503331"/>
            <a:ext cx="39584100" cy="11544300"/>
          </a:xfrm>
          <a:prstGeom prst="rect">
            <a:avLst/>
          </a:prstGeom>
          <a:noFill/>
          <a:ln>
            <a:noFill/>
          </a:ln>
        </p:spPr>
        <p:txBody>
          <a:bodyPr anchorCtr="0" anchor="b" bIns="462325" lIns="462325" spcFirstLastPara="1" rIns="462325" wrap="square" tIns="4623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700"/>
              <a:buNone/>
              <a:defRPr sz="607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700"/>
              <a:buNone/>
              <a:defRPr sz="607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700"/>
              <a:buNone/>
              <a:defRPr sz="607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700"/>
              <a:buNone/>
              <a:defRPr sz="607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700"/>
              <a:buNone/>
              <a:defRPr sz="607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700"/>
              <a:buNone/>
              <a:defRPr sz="607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700"/>
              <a:buNone/>
              <a:defRPr sz="607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700"/>
              <a:buNone/>
              <a:defRPr sz="607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700"/>
              <a:buNone/>
              <a:defRPr sz="60700"/>
            </a:lvl9pPr>
          </a:lstStyle>
          <a:p>
            <a:r>
              <a:t>xx%</a:t>
            </a:r>
          </a:p>
        </p:txBody>
      </p:sp>
      <p:sp>
        <p:nvSpPr>
          <p:cNvPr id="46" name="Google Shape;46;g2b16e703bd7_0_39"/>
          <p:cNvSpPr txBox="1"/>
          <p:nvPr>
            <p:ph idx="1" type="body"/>
          </p:nvPr>
        </p:nvSpPr>
        <p:spPr>
          <a:xfrm>
            <a:off x="1448063" y="18533134"/>
            <a:ext cx="39584100" cy="764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62325" lIns="462325" spcFirstLastPara="1" rIns="462325" wrap="square" tIns="462325">
            <a:normAutofit/>
          </a:bodyPr>
          <a:lstStyle>
            <a:lvl1pPr indent="-80645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100"/>
              <a:buChar char="●"/>
              <a:defRPr/>
            </a:lvl1pPr>
            <a:lvl2pPr indent="-67945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7100"/>
              <a:buChar char="○"/>
              <a:defRPr/>
            </a:lvl2pPr>
            <a:lvl3pPr indent="-67945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7100"/>
              <a:buChar char="■"/>
              <a:defRPr/>
            </a:lvl3pPr>
            <a:lvl4pPr indent="-67945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7100"/>
              <a:buChar char="●"/>
              <a:defRPr/>
            </a:lvl4pPr>
            <a:lvl5pPr indent="-67945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7100"/>
              <a:buChar char="○"/>
              <a:defRPr/>
            </a:lvl5pPr>
            <a:lvl6pPr indent="-67945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7100"/>
              <a:buChar char="■"/>
              <a:defRPr/>
            </a:lvl6pPr>
            <a:lvl7pPr indent="-67945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7100"/>
              <a:buChar char="●"/>
              <a:defRPr/>
            </a:lvl7pPr>
            <a:lvl8pPr indent="-67945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7100"/>
              <a:buChar char="○"/>
              <a:defRPr/>
            </a:lvl8pPr>
            <a:lvl9pPr indent="-67945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7100"/>
              <a:buChar char="■"/>
              <a:defRPr/>
            </a:lvl9pPr>
          </a:lstStyle>
          <a:p/>
        </p:txBody>
      </p:sp>
      <p:sp>
        <p:nvSpPr>
          <p:cNvPr id="47" name="Google Shape;47;g2b16e703bd7_0_39"/>
          <p:cNvSpPr txBox="1"/>
          <p:nvPr>
            <p:ph idx="12" type="sldNum"/>
          </p:nvPr>
        </p:nvSpPr>
        <p:spPr>
          <a:xfrm>
            <a:off x="39360446" y="27416832"/>
            <a:ext cx="2549100" cy="231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2325" lIns="462325" spcFirstLastPara="1" rIns="462325" wrap="square" tIns="4623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  <a:defRPr b="0" i="0" sz="51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  <a:defRPr b="0" i="0" sz="51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  <a:defRPr b="0" i="0" sz="51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  <a:defRPr b="0" i="0" sz="51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  <a:defRPr b="0" i="0" sz="51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  <a:defRPr b="0" i="0" sz="51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  <a:defRPr b="0" i="0" sz="51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  <a:defRPr b="0" i="0" sz="51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  <a:defRPr b="0" i="0" sz="51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theme" Target="../theme/theme2.xml"/><Relationship Id="rId10" Type="http://schemas.openxmlformats.org/officeDocument/2006/relationships/slideLayout" Target="../slideLayouts/slideLayout10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g2b16e703bd7_0_0"/>
          <p:cNvSpPr txBox="1"/>
          <p:nvPr>
            <p:ph type="title"/>
          </p:nvPr>
        </p:nvSpPr>
        <p:spPr>
          <a:xfrm>
            <a:off x="1448063" y="2616472"/>
            <a:ext cx="39584100" cy="33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62325" lIns="462325" spcFirstLastPara="1" rIns="462325" wrap="square" tIns="4623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200"/>
              <a:buFont typeface="Arial"/>
              <a:buNone/>
              <a:defRPr b="0" i="0" sz="14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200"/>
              <a:buFont typeface="Arial"/>
              <a:buNone/>
              <a:defRPr b="0" i="0" sz="14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200"/>
              <a:buFont typeface="Arial"/>
              <a:buNone/>
              <a:defRPr b="0" i="0" sz="14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200"/>
              <a:buFont typeface="Arial"/>
              <a:buNone/>
              <a:defRPr b="0" i="0" sz="14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200"/>
              <a:buFont typeface="Arial"/>
              <a:buNone/>
              <a:defRPr b="0" i="0" sz="14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200"/>
              <a:buFont typeface="Arial"/>
              <a:buNone/>
              <a:defRPr b="0" i="0" sz="14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200"/>
              <a:buFont typeface="Arial"/>
              <a:buNone/>
              <a:defRPr b="0" i="0" sz="14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200"/>
              <a:buFont typeface="Arial"/>
              <a:buNone/>
              <a:defRPr b="0" i="0" sz="14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200"/>
              <a:buFont typeface="Arial"/>
              <a:buNone/>
              <a:defRPr b="0" i="0" sz="14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g2b16e703bd7_0_0"/>
          <p:cNvSpPr txBox="1"/>
          <p:nvPr>
            <p:ph idx="1" type="body"/>
          </p:nvPr>
        </p:nvSpPr>
        <p:spPr>
          <a:xfrm>
            <a:off x="1448063" y="6775840"/>
            <a:ext cx="39584100" cy="200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62325" lIns="462325" spcFirstLastPara="1" rIns="462325" wrap="square" tIns="462325">
            <a:normAutofit/>
          </a:bodyPr>
          <a:lstStyle>
            <a:lvl1pPr indent="-8064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100"/>
              <a:buFont typeface="Arial"/>
              <a:buChar char="●"/>
              <a:defRPr b="0" i="0" sz="91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6794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100"/>
              <a:buFont typeface="Arial"/>
              <a:buChar char="○"/>
              <a:defRPr b="0" i="0" sz="71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67945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100"/>
              <a:buFont typeface="Arial"/>
              <a:buChar char="■"/>
              <a:defRPr b="0" i="0" sz="71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67945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100"/>
              <a:buFont typeface="Arial"/>
              <a:buChar char="●"/>
              <a:defRPr b="0" i="0" sz="71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67945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100"/>
              <a:buFont typeface="Arial"/>
              <a:buChar char="○"/>
              <a:defRPr b="0" i="0" sz="71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67945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100"/>
              <a:buFont typeface="Arial"/>
              <a:buChar char="■"/>
              <a:defRPr b="0" i="0" sz="71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67945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100"/>
              <a:buFont typeface="Arial"/>
              <a:buChar char="●"/>
              <a:defRPr b="0" i="0" sz="71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67945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100"/>
              <a:buFont typeface="Arial"/>
              <a:buChar char="○"/>
              <a:defRPr b="0" i="0" sz="71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67945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100"/>
              <a:buFont typeface="Arial"/>
              <a:buChar char="■"/>
              <a:defRPr b="0" i="0" sz="71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g2b16e703bd7_0_0"/>
          <p:cNvSpPr txBox="1"/>
          <p:nvPr>
            <p:ph idx="12" type="sldNum"/>
          </p:nvPr>
        </p:nvSpPr>
        <p:spPr>
          <a:xfrm>
            <a:off x="39360446" y="27416832"/>
            <a:ext cx="2549100" cy="231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2325" lIns="462325" spcFirstLastPara="1" rIns="462325" wrap="square" tIns="4623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  <a:defRPr b="0" i="0" sz="51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  <a:defRPr b="0" i="0" sz="51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  <a:defRPr b="0" i="0" sz="51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  <a:defRPr b="0" i="0" sz="51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  <a:defRPr b="0" i="0" sz="51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  <a:defRPr b="0" i="0" sz="51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  <a:defRPr b="0" i="0" sz="51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  <a:defRPr b="0" i="0" sz="51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  <a:defRPr b="0" i="0" sz="51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2"/>
          <p:cNvSpPr txBox="1"/>
          <p:nvPr/>
        </p:nvSpPr>
        <p:spPr>
          <a:xfrm>
            <a:off x="908275" y="23294340"/>
            <a:ext cx="13159417" cy="831000"/>
          </a:xfrm>
          <a:prstGeom prst="rect">
            <a:avLst/>
          </a:prstGeom>
          <a:gradFill>
            <a:gsLst>
              <a:gs pos="0">
                <a:srgbClr val="17254A"/>
              </a:gs>
              <a:gs pos="50000">
                <a:srgbClr val="575D81"/>
              </a:gs>
              <a:gs pos="100000">
                <a:srgbClr val="CDDAEE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0" i="0" lang="ko-KR" sz="4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Aim</a:t>
            </a:r>
            <a:endParaRPr b="0" i="0" sz="4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2"/>
          <p:cNvSpPr txBox="1"/>
          <p:nvPr/>
        </p:nvSpPr>
        <p:spPr>
          <a:xfrm>
            <a:off x="908275" y="12756589"/>
            <a:ext cx="13159417" cy="831000"/>
          </a:xfrm>
          <a:prstGeom prst="rect">
            <a:avLst/>
          </a:prstGeom>
          <a:gradFill>
            <a:gsLst>
              <a:gs pos="0">
                <a:srgbClr val="17254A"/>
              </a:gs>
              <a:gs pos="50000">
                <a:srgbClr val="575D81"/>
              </a:gs>
              <a:gs pos="100000">
                <a:srgbClr val="CDDAEE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0" i="0" lang="ko-KR" sz="4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Introduction</a:t>
            </a:r>
            <a:endParaRPr b="0" i="0" sz="4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2"/>
          <p:cNvSpPr txBox="1"/>
          <p:nvPr/>
        </p:nvSpPr>
        <p:spPr>
          <a:xfrm>
            <a:off x="27374374" y="2813550"/>
            <a:ext cx="139773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rPr b="0" i="0" lang="ko-KR" sz="4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202</a:t>
            </a:r>
            <a:r>
              <a:rPr lang="ko-KR" sz="4200">
                <a:solidFill>
                  <a:schemeClr val="lt1"/>
                </a:solidFill>
              </a:rPr>
              <a:t>5</a:t>
            </a:r>
            <a:r>
              <a:rPr b="0" i="0" lang="ko-KR" sz="4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CUAI 중앙대학교 인공지능 학회 하계 컨퍼런스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2"/>
          <p:cNvSpPr txBox="1"/>
          <p:nvPr/>
        </p:nvSpPr>
        <p:spPr>
          <a:xfrm>
            <a:off x="25464113" y="3493698"/>
            <a:ext cx="158877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ko-KR" sz="3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Proceeding of 202</a:t>
            </a:r>
            <a:r>
              <a:rPr lang="ko-KR" sz="3200">
                <a:solidFill>
                  <a:schemeClr val="lt1"/>
                </a:solidFill>
              </a:rPr>
              <a:t>5</a:t>
            </a:r>
            <a:r>
              <a:rPr b="0" i="0" lang="ko-KR" sz="3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Chung-Ang University Artificial Intelligence Summer Conference</a:t>
            </a:r>
            <a:endParaRPr b="0" i="0" sz="32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2"/>
          <p:cNvSpPr txBox="1"/>
          <p:nvPr/>
        </p:nvSpPr>
        <p:spPr>
          <a:xfrm>
            <a:off x="908275" y="5094779"/>
            <a:ext cx="13159417" cy="831000"/>
          </a:xfrm>
          <a:prstGeom prst="rect">
            <a:avLst/>
          </a:prstGeom>
          <a:gradFill>
            <a:gsLst>
              <a:gs pos="0">
                <a:srgbClr val="17254A"/>
              </a:gs>
              <a:gs pos="50000">
                <a:srgbClr val="575D81"/>
              </a:gs>
              <a:gs pos="100000">
                <a:srgbClr val="CDDAEE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0" i="0" lang="ko-KR" sz="4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 Abstract (나눔스퀘어 54pt) </a:t>
            </a:r>
            <a:endParaRPr b="0" i="0" sz="4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2"/>
          <p:cNvSpPr txBox="1"/>
          <p:nvPr/>
        </p:nvSpPr>
        <p:spPr>
          <a:xfrm>
            <a:off x="14660247" y="16545198"/>
            <a:ext cx="13159417" cy="831000"/>
          </a:xfrm>
          <a:prstGeom prst="rect">
            <a:avLst/>
          </a:prstGeom>
          <a:gradFill>
            <a:gsLst>
              <a:gs pos="0">
                <a:srgbClr val="17254A"/>
              </a:gs>
              <a:gs pos="50000">
                <a:srgbClr val="575D81"/>
              </a:gs>
              <a:gs pos="100000">
                <a:srgbClr val="CDDAEE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0" i="0" lang="ko-KR" sz="4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Methods</a:t>
            </a:r>
            <a:endParaRPr b="0" i="0" sz="4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2"/>
          <p:cNvSpPr txBox="1"/>
          <p:nvPr/>
        </p:nvSpPr>
        <p:spPr>
          <a:xfrm>
            <a:off x="28412221" y="5001972"/>
            <a:ext cx="13159417" cy="831000"/>
          </a:xfrm>
          <a:prstGeom prst="rect">
            <a:avLst/>
          </a:prstGeom>
          <a:gradFill>
            <a:gsLst>
              <a:gs pos="0">
                <a:srgbClr val="17254A"/>
              </a:gs>
              <a:gs pos="50000">
                <a:srgbClr val="575D81"/>
              </a:gs>
              <a:gs pos="100000">
                <a:srgbClr val="CDDAEE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0" i="0" lang="ko-KR" sz="4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Results</a:t>
            </a:r>
            <a:endParaRPr b="0" i="0" sz="4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2"/>
          <p:cNvSpPr txBox="1"/>
          <p:nvPr/>
        </p:nvSpPr>
        <p:spPr>
          <a:xfrm>
            <a:off x="28412221" y="18612165"/>
            <a:ext cx="13159417" cy="831000"/>
          </a:xfrm>
          <a:prstGeom prst="rect">
            <a:avLst/>
          </a:prstGeom>
          <a:gradFill>
            <a:gsLst>
              <a:gs pos="0">
                <a:srgbClr val="17254A"/>
              </a:gs>
              <a:gs pos="50000">
                <a:srgbClr val="575D81"/>
              </a:gs>
              <a:gs pos="100000">
                <a:srgbClr val="CDDAEE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0" i="0" lang="ko-KR" sz="4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Conclusion</a:t>
            </a:r>
            <a:endParaRPr b="0" i="0" sz="4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p2"/>
          <p:cNvSpPr txBox="1"/>
          <p:nvPr/>
        </p:nvSpPr>
        <p:spPr>
          <a:xfrm>
            <a:off x="952490" y="1241274"/>
            <a:ext cx="35827200" cy="132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Font typeface="Arial"/>
              <a:buNone/>
            </a:pPr>
            <a:r>
              <a:rPr b="0" i="0" lang="ko-KR" sz="8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프로젝트 제목 (나눔스퀘어, 80pt)</a:t>
            </a:r>
            <a:endParaRPr b="0" i="0" sz="8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p2"/>
          <p:cNvSpPr txBox="1"/>
          <p:nvPr/>
        </p:nvSpPr>
        <p:spPr>
          <a:xfrm>
            <a:off x="1128117" y="3108948"/>
            <a:ext cx="274821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0" i="0" lang="ko-KR" sz="4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팀원1 (학과), 팀원2 (학과) ... (나눔스퀘어 54pt)</a:t>
            </a:r>
            <a:endParaRPr b="0" i="0" sz="4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박경빈</dc:creator>
</cp:coreProperties>
</file>