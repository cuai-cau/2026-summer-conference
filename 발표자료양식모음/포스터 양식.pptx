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2479913" cy="302402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" roundtripDataSignature="AMtx7mj3DEpEy1lW+IknwrV0K5B00CCi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" d="100"/>
          <a:sy n="19" d="100"/>
        </p:scale>
        <p:origin x="10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customschemas.google.com/relationships/presentationmetadata" Target="metadata"/><Relationship Id="rId10" Type="http://schemas.openxmlformats.org/officeDocument/2006/relationships/tableStyles" Target="tableStyles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" name="Google Shape;5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20763" y="685800"/>
            <a:ext cx="48164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2b16e703bd7_0_43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pic>
        <p:nvPicPr>
          <p:cNvPr id="11" name="Google Shape;11;g2b16e703bd7_0_43" descr="스크린샷, 직사각형, 사각형, 라인이(가) 표시된 사진&#10;&#10;자동 생성된 설명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862" y="2684"/>
            <a:ext cx="42476189" cy="30234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g2b16e703bd7_0_4"/>
          <p:cNvSpPr txBox="1">
            <a:spLocks noGrp="1"/>
          </p:cNvSpPr>
          <p:nvPr>
            <p:ph type="ctrTitle"/>
          </p:nvPr>
        </p:nvSpPr>
        <p:spPr>
          <a:xfrm>
            <a:off x="1448102" y="4377641"/>
            <a:ext cx="39584100" cy="120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300"/>
              <a:buNone/>
              <a:defRPr sz="26300"/>
            </a:lvl9pPr>
          </a:lstStyle>
          <a:p>
            <a:endParaRPr/>
          </a:p>
        </p:txBody>
      </p:sp>
      <p:sp>
        <p:nvSpPr>
          <p:cNvPr id="14" name="Google Shape;14;g2b16e703bd7_0_4"/>
          <p:cNvSpPr txBox="1">
            <a:spLocks noGrp="1"/>
          </p:cNvSpPr>
          <p:nvPr>
            <p:ph type="subTitle" idx="1"/>
          </p:nvPr>
        </p:nvSpPr>
        <p:spPr>
          <a:xfrm>
            <a:off x="1448063" y="16662903"/>
            <a:ext cx="39584100" cy="46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 sz="14200"/>
            </a:lvl9pPr>
          </a:lstStyle>
          <a:p>
            <a:endParaRPr/>
          </a:p>
        </p:txBody>
      </p:sp>
      <p:sp>
        <p:nvSpPr>
          <p:cNvPr id="15" name="Google Shape;15;g2b16e703bd7_0_4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2b16e703bd7_0_8"/>
          <p:cNvSpPr txBox="1">
            <a:spLocks noGrp="1"/>
          </p:cNvSpPr>
          <p:nvPr>
            <p:ph type="title"/>
          </p:nvPr>
        </p:nvSpPr>
        <p:spPr>
          <a:xfrm>
            <a:off x="1448063" y="12645668"/>
            <a:ext cx="39584100" cy="49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200"/>
              <a:buNone/>
              <a:defRPr sz="18200"/>
            </a:lvl9pPr>
          </a:lstStyle>
          <a:p>
            <a:endParaRPr/>
          </a:p>
        </p:txBody>
      </p:sp>
      <p:sp>
        <p:nvSpPr>
          <p:cNvPr id="18" name="Google Shape;18;g2b16e703bd7_0_8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2b16e703bd7_0_11"/>
          <p:cNvSpPr txBox="1">
            <a:spLocks noGrp="1"/>
          </p:cNvSpPr>
          <p:nvPr>
            <p:ph type="title"/>
          </p:nvPr>
        </p:nvSpPr>
        <p:spPr>
          <a:xfrm>
            <a:off x="1448063" y="2616472"/>
            <a:ext cx="395841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g2b16e703bd7_0_11"/>
          <p:cNvSpPr txBox="1">
            <a:spLocks noGrp="1"/>
          </p:cNvSpPr>
          <p:nvPr>
            <p:ph type="body" idx="1"/>
          </p:nvPr>
        </p:nvSpPr>
        <p:spPr>
          <a:xfrm>
            <a:off x="1448063" y="6775840"/>
            <a:ext cx="39584100" cy="200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806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100"/>
              <a:buChar char="●"/>
              <a:defRPr/>
            </a:lvl1pPr>
            <a:lvl2pPr marL="914400" lvl="1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2pPr>
            <a:lvl3pPr marL="1371600" lvl="2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3pPr>
            <a:lvl4pPr marL="1828800" lvl="3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4pPr>
            <a:lvl5pPr marL="2286000" lvl="4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5pPr>
            <a:lvl6pPr marL="2743200" lvl="5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6pPr>
            <a:lvl7pPr marL="3200400" lvl="6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7pPr>
            <a:lvl8pPr marL="3657600" lvl="7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8pPr>
            <a:lvl9pPr marL="4114800" lvl="8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g2b16e703bd7_0_11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g2b16e703bd7_0_15"/>
          <p:cNvSpPr txBox="1">
            <a:spLocks noGrp="1"/>
          </p:cNvSpPr>
          <p:nvPr>
            <p:ph type="title"/>
          </p:nvPr>
        </p:nvSpPr>
        <p:spPr>
          <a:xfrm>
            <a:off x="1448063" y="2616472"/>
            <a:ext cx="395841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g2b16e703bd7_0_15"/>
          <p:cNvSpPr txBox="1">
            <a:spLocks noGrp="1"/>
          </p:cNvSpPr>
          <p:nvPr>
            <p:ph type="body" idx="1"/>
          </p:nvPr>
        </p:nvSpPr>
        <p:spPr>
          <a:xfrm>
            <a:off x="1448063" y="6775840"/>
            <a:ext cx="18582300" cy="200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 sz="7100"/>
            </a:lvl1pPr>
            <a:lvl2pPr marL="914400" lvl="1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2pPr>
            <a:lvl3pPr marL="1371600" lvl="2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3pPr>
            <a:lvl4pPr marL="1828800" lvl="3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4pPr>
            <a:lvl5pPr marL="2286000" lvl="4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5pPr>
            <a:lvl6pPr marL="2743200" lvl="5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6pPr>
            <a:lvl7pPr marL="3200400" lvl="6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7pPr>
            <a:lvl8pPr marL="3657600" lvl="7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8pPr>
            <a:lvl9pPr marL="4114800" lvl="8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9pPr>
          </a:lstStyle>
          <a:p>
            <a:endParaRPr/>
          </a:p>
        </p:txBody>
      </p:sp>
      <p:sp>
        <p:nvSpPr>
          <p:cNvPr id="26" name="Google Shape;26;g2b16e703bd7_0_15"/>
          <p:cNvSpPr txBox="1">
            <a:spLocks noGrp="1"/>
          </p:cNvSpPr>
          <p:nvPr>
            <p:ph type="body" idx="2"/>
          </p:nvPr>
        </p:nvSpPr>
        <p:spPr>
          <a:xfrm>
            <a:off x="22449851" y="6775840"/>
            <a:ext cx="18582300" cy="200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 sz="7100"/>
            </a:lvl1pPr>
            <a:lvl2pPr marL="914400" lvl="1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2pPr>
            <a:lvl3pPr marL="1371600" lvl="2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3pPr>
            <a:lvl4pPr marL="1828800" lvl="3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4pPr>
            <a:lvl5pPr marL="2286000" lvl="4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5pPr>
            <a:lvl6pPr marL="2743200" lvl="5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6pPr>
            <a:lvl7pPr marL="3200400" lvl="6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7pPr>
            <a:lvl8pPr marL="3657600" lvl="7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8pPr>
            <a:lvl9pPr marL="4114800" lvl="8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9pPr>
          </a:lstStyle>
          <a:p>
            <a:endParaRPr/>
          </a:p>
        </p:txBody>
      </p:sp>
      <p:sp>
        <p:nvSpPr>
          <p:cNvPr id="27" name="Google Shape;27;g2b16e703bd7_0_15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2b16e703bd7_0_20"/>
          <p:cNvSpPr txBox="1">
            <a:spLocks noGrp="1"/>
          </p:cNvSpPr>
          <p:nvPr>
            <p:ph type="title"/>
          </p:nvPr>
        </p:nvSpPr>
        <p:spPr>
          <a:xfrm>
            <a:off x="1448063" y="2616472"/>
            <a:ext cx="395841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g2b16e703bd7_0_20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2b16e703bd7_0_23"/>
          <p:cNvSpPr txBox="1">
            <a:spLocks noGrp="1"/>
          </p:cNvSpPr>
          <p:nvPr>
            <p:ph type="title"/>
          </p:nvPr>
        </p:nvSpPr>
        <p:spPr>
          <a:xfrm>
            <a:off x="1448063" y="3266584"/>
            <a:ext cx="13045200" cy="44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100"/>
              <a:buNone/>
              <a:defRPr sz="12100"/>
            </a:lvl9pPr>
          </a:lstStyle>
          <a:p>
            <a:endParaRPr/>
          </a:p>
        </p:txBody>
      </p:sp>
      <p:sp>
        <p:nvSpPr>
          <p:cNvPr id="33" name="Google Shape;33;g2b16e703bd7_0_23"/>
          <p:cNvSpPr txBox="1">
            <a:spLocks noGrp="1"/>
          </p:cNvSpPr>
          <p:nvPr>
            <p:ph type="body" idx="1"/>
          </p:nvPr>
        </p:nvSpPr>
        <p:spPr>
          <a:xfrm>
            <a:off x="1448063" y="8169989"/>
            <a:ext cx="13045200" cy="186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1pPr>
            <a:lvl2pPr marL="914400" lvl="1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2pPr>
            <a:lvl3pPr marL="1371600" lvl="2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3pPr>
            <a:lvl4pPr marL="1828800" lvl="3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4pPr>
            <a:lvl5pPr marL="2286000" lvl="4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5pPr>
            <a:lvl6pPr marL="2743200" lvl="5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6pPr>
            <a:lvl7pPr marL="3200400" lvl="6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●"/>
              <a:defRPr sz="6100"/>
            </a:lvl7pPr>
            <a:lvl8pPr marL="3657600" lvl="7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○"/>
              <a:defRPr sz="6100"/>
            </a:lvl8pPr>
            <a:lvl9pPr marL="4114800" lvl="8" indent="-615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6100"/>
              <a:buChar char="■"/>
              <a:defRPr sz="6100"/>
            </a:lvl9pPr>
          </a:lstStyle>
          <a:p>
            <a:endParaRPr/>
          </a:p>
        </p:txBody>
      </p:sp>
      <p:sp>
        <p:nvSpPr>
          <p:cNvPr id="34" name="Google Shape;34;g2b16e703bd7_0_23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2b16e703bd7_0_27"/>
          <p:cNvSpPr txBox="1">
            <a:spLocks noGrp="1"/>
          </p:cNvSpPr>
          <p:nvPr>
            <p:ph type="title"/>
          </p:nvPr>
        </p:nvSpPr>
        <p:spPr>
          <a:xfrm>
            <a:off x="2277551" y="2646604"/>
            <a:ext cx="29583000" cy="240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300"/>
              <a:buNone/>
              <a:defRPr sz="24300"/>
            </a:lvl9pPr>
          </a:lstStyle>
          <a:p>
            <a:endParaRPr/>
          </a:p>
        </p:txBody>
      </p:sp>
      <p:sp>
        <p:nvSpPr>
          <p:cNvPr id="37" name="Google Shape;37;g2b16e703bd7_0_27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2b16e703bd7_0_30"/>
          <p:cNvSpPr/>
          <p:nvPr/>
        </p:nvSpPr>
        <p:spPr>
          <a:xfrm>
            <a:off x="21240113" y="-735"/>
            <a:ext cx="21240000" cy="3024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62325" tIns="462325" rIns="462325" bIns="4623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g2b16e703bd7_0_30"/>
          <p:cNvSpPr txBox="1">
            <a:spLocks noGrp="1"/>
          </p:cNvSpPr>
          <p:nvPr>
            <p:ph type="title"/>
          </p:nvPr>
        </p:nvSpPr>
        <p:spPr>
          <a:xfrm>
            <a:off x="1233432" y="7250307"/>
            <a:ext cx="18792900" cy="871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200"/>
              <a:buNone/>
              <a:defRPr sz="21200"/>
            </a:lvl9pPr>
          </a:lstStyle>
          <a:p>
            <a:endParaRPr/>
          </a:p>
        </p:txBody>
      </p:sp>
      <p:sp>
        <p:nvSpPr>
          <p:cNvPr id="41" name="Google Shape;41;g2b16e703bd7_0_30"/>
          <p:cNvSpPr txBox="1">
            <a:spLocks noGrp="1"/>
          </p:cNvSpPr>
          <p:nvPr>
            <p:ph type="subTitle" idx="1"/>
          </p:nvPr>
        </p:nvSpPr>
        <p:spPr>
          <a:xfrm>
            <a:off x="1233432" y="16480348"/>
            <a:ext cx="18792900" cy="72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600"/>
              <a:buNone/>
              <a:defRPr sz="10600"/>
            </a:lvl9pPr>
          </a:lstStyle>
          <a:p>
            <a:endParaRPr/>
          </a:p>
        </p:txBody>
      </p:sp>
      <p:sp>
        <p:nvSpPr>
          <p:cNvPr id="42" name="Google Shape;42;g2b16e703bd7_0_30"/>
          <p:cNvSpPr txBox="1">
            <a:spLocks noGrp="1"/>
          </p:cNvSpPr>
          <p:nvPr>
            <p:ph type="body" idx="2"/>
          </p:nvPr>
        </p:nvSpPr>
        <p:spPr>
          <a:xfrm>
            <a:off x="22947405" y="4257113"/>
            <a:ext cx="17825400" cy="217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457200" lvl="0" indent="-806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100"/>
              <a:buChar char="●"/>
              <a:defRPr/>
            </a:lvl1pPr>
            <a:lvl2pPr marL="914400" lvl="1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2pPr>
            <a:lvl3pPr marL="1371600" lvl="2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3pPr>
            <a:lvl4pPr marL="1828800" lvl="3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4pPr>
            <a:lvl5pPr marL="2286000" lvl="4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5pPr>
            <a:lvl6pPr marL="2743200" lvl="5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6pPr>
            <a:lvl7pPr marL="3200400" lvl="6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7pPr>
            <a:lvl8pPr marL="3657600" lvl="7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8pPr>
            <a:lvl9pPr marL="4114800" lvl="8" indent="-679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g2b16e703bd7_0_30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2b16e703bd7_0_39"/>
          <p:cNvSpPr txBox="1">
            <a:spLocks noGrp="1"/>
          </p:cNvSpPr>
          <p:nvPr>
            <p:ph type="title" hasCustomPrompt="1"/>
          </p:nvPr>
        </p:nvSpPr>
        <p:spPr>
          <a:xfrm>
            <a:off x="1448063" y="6503331"/>
            <a:ext cx="39584100" cy="115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700"/>
              <a:buNone/>
              <a:defRPr sz="60700"/>
            </a:lvl9pPr>
          </a:lstStyle>
          <a:p>
            <a:r>
              <a:t>xx%</a:t>
            </a:r>
          </a:p>
        </p:txBody>
      </p:sp>
      <p:sp>
        <p:nvSpPr>
          <p:cNvPr id="46" name="Google Shape;46;g2b16e703bd7_0_39"/>
          <p:cNvSpPr txBox="1">
            <a:spLocks noGrp="1"/>
          </p:cNvSpPr>
          <p:nvPr>
            <p:ph type="body" idx="1"/>
          </p:nvPr>
        </p:nvSpPr>
        <p:spPr>
          <a:xfrm>
            <a:off x="1448063" y="18533134"/>
            <a:ext cx="39584100" cy="76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lvl="0" indent="-806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100"/>
              <a:buChar char="●"/>
              <a:defRPr/>
            </a:lvl1pPr>
            <a:lvl2pPr marL="914400" lvl="1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2pPr>
            <a:lvl3pPr marL="1371600" lvl="2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3pPr>
            <a:lvl4pPr marL="1828800" lvl="3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4pPr>
            <a:lvl5pPr marL="2286000" lvl="4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5pPr>
            <a:lvl6pPr marL="2743200" lvl="5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6pPr>
            <a:lvl7pPr marL="3200400" lvl="6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●"/>
              <a:defRPr/>
            </a:lvl7pPr>
            <a:lvl8pPr marL="3657600" lvl="7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○"/>
              <a:defRPr/>
            </a:lvl8pPr>
            <a:lvl9pPr marL="4114800" lvl="8" indent="-679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7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2b16e703bd7_0_39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2b16e703bd7_0_0"/>
          <p:cNvSpPr txBox="1">
            <a:spLocks noGrp="1"/>
          </p:cNvSpPr>
          <p:nvPr>
            <p:ph type="title"/>
          </p:nvPr>
        </p:nvSpPr>
        <p:spPr>
          <a:xfrm>
            <a:off x="1448063" y="2616472"/>
            <a:ext cx="395841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200"/>
              <a:buFont typeface="Arial"/>
              <a:buNone/>
              <a:defRPr sz="1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g2b16e703bd7_0_0"/>
          <p:cNvSpPr txBox="1">
            <a:spLocks noGrp="1"/>
          </p:cNvSpPr>
          <p:nvPr>
            <p:ph type="body" idx="1"/>
          </p:nvPr>
        </p:nvSpPr>
        <p:spPr>
          <a:xfrm>
            <a:off x="1448063" y="6775840"/>
            <a:ext cx="39584100" cy="200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t" anchorCtr="0">
            <a:normAutofit/>
          </a:bodyPr>
          <a:lstStyle>
            <a:lvl1pPr marL="457200" marR="0" lvl="0" indent="-806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100"/>
              <a:buFont typeface="Arial"/>
              <a:buChar char="●"/>
              <a:defRPr sz="9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○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■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●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○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■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●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○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679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100"/>
              <a:buFont typeface="Arial"/>
              <a:buChar char="■"/>
              <a:defRPr sz="7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g2b16e703bd7_0_0"/>
          <p:cNvSpPr txBox="1">
            <a:spLocks noGrp="1"/>
          </p:cNvSpPr>
          <p:nvPr>
            <p:ph type="sldNum" idx="12"/>
          </p:nvPr>
        </p:nvSpPr>
        <p:spPr>
          <a:xfrm>
            <a:off x="39360446" y="27416832"/>
            <a:ext cx="2549100" cy="23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2325" tIns="462325" rIns="462325" bIns="4623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  <a:defRPr sz="5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"/>
          <p:cNvSpPr txBox="1"/>
          <p:nvPr/>
        </p:nvSpPr>
        <p:spPr>
          <a:xfrm>
            <a:off x="908275" y="23294340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Aim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"/>
          <p:cNvSpPr txBox="1"/>
          <p:nvPr/>
        </p:nvSpPr>
        <p:spPr>
          <a:xfrm>
            <a:off x="908275" y="12756589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 txBox="1"/>
          <p:nvPr/>
        </p:nvSpPr>
        <p:spPr>
          <a:xfrm>
            <a:off x="27374374" y="2813550"/>
            <a:ext cx="13977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lang="ko-KR" sz="4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  <a:r>
              <a:rPr lang="en-US" altLang="ko-KR" sz="4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r>
              <a:rPr lang="ko-KR" sz="4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CUAI 중앙대학교 인공지능 학회 하계 컨퍼런스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 txBox="1"/>
          <p:nvPr/>
        </p:nvSpPr>
        <p:spPr>
          <a:xfrm>
            <a:off x="25464113" y="3493698"/>
            <a:ext cx="15887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Proceeding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of 202</a:t>
            </a:r>
            <a:r>
              <a:rPr lang="en-US" alt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Chung-Ang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University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Artificial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Intelligence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Summer</a:t>
            </a:r>
            <a:r>
              <a:rPr lang="ko-KR" sz="32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32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Conference</a:t>
            </a:r>
            <a:endParaRPr sz="32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 txBox="1"/>
          <p:nvPr/>
        </p:nvSpPr>
        <p:spPr>
          <a:xfrm>
            <a:off x="908275" y="5094779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Abstract (나눔스퀘어 54pt) 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/>
          <p:cNvSpPr txBox="1"/>
          <p:nvPr/>
        </p:nvSpPr>
        <p:spPr>
          <a:xfrm>
            <a:off x="14660247" y="16545198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Methods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/>
          <p:cNvSpPr txBox="1"/>
          <p:nvPr/>
        </p:nvSpPr>
        <p:spPr>
          <a:xfrm>
            <a:off x="28412221" y="5001972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/>
          <p:cNvSpPr txBox="1"/>
          <p:nvPr/>
        </p:nvSpPr>
        <p:spPr>
          <a:xfrm>
            <a:off x="28412221" y="18612165"/>
            <a:ext cx="13159417" cy="831000"/>
          </a:xfrm>
          <a:prstGeom prst="rect">
            <a:avLst/>
          </a:prstGeom>
          <a:gradFill>
            <a:gsLst>
              <a:gs pos="0">
                <a:srgbClr val="17254A"/>
              </a:gs>
              <a:gs pos="50000">
                <a:srgbClr val="575D81"/>
              </a:gs>
              <a:gs pos="100000">
                <a:srgbClr val="CDDAE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lang="ko-KR"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4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 txBox="1"/>
          <p:nvPr/>
        </p:nvSpPr>
        <p:spPr>
          <a:xfrm>
            <a:off x="952490" y="1241274"/>
            <a:ext cx="358272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Arial"/>
              <a:buNone/>
            </a:pPr>
            <a:r>
              <a:rPr lang="ko-KR" sz="8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프로젝트 제목 (나눔스퀘어, 80pt)</a:t>
            </a:r>
            <a:endParaRPr sz="8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/>
          <p:cNvSpPr txBox="1"/>
          <p:nvPr/>
        </p:nvSpPr>
        <p:spPr>
          <a:xfrm>
            <a:off x="1128117" y="3108948"/>
            <a:ext cx="274821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ko-KR" sz="4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팀원1 (학과), 팀원2 (학과) ... (나눔스퀘어 54pt)</a:t>
            </a:r>
            <a:endParaRPr sz="4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</Words>
  <Application>Microsoft Office PowerPoint</Application>
  <PresentationFormat>사용자 지정</PresentationFormat>
  <Paragraphs>10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Simple Light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박경빈</dc:creator>
  <cp:lastModifiedBy>mh.0500006@gmail.com</cp:lastModifiedBy>
  <cp:revision>1</cp:revision>
  <dcterms:modified xsi:type="dcterms:W3CDTF">2026-08-08T03:02:09Z</dcterms:modified>
</cp:coreProperties>
</file>